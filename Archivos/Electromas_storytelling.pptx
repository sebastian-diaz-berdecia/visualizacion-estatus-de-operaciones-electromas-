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CE8F6-7964-47BD-A643-BCC5AA800B4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EA6E38-227F-49A3-A391-3512D7E42810}">
      <dgm:prSet/>
      <dgm:spPr/>
      <dgm:t>
        <a:bodyPr/>
        <a:lstStyle/>
        <a:p>
          <a:r>
            <a:rPr lang="es-CO"/>
            <a:t>Para ello desea saber: </a:t>
          </a:r>
          <a:endParaRPr lang="en-US"/>
        </a:p>
      </dgm:t>
    </dgm:pt>
    <dgm:pt modelId="{674F9777-9912-4C55-A96C-32EDAEDDFA60}" type="parTrans" cxnId="{8EB2F173-A616-4C0D-8272-65BB254A6C08}">
      <dgm:prSet/>
      <dgm:spPr/>
      <dgm:t>
        <a:bodyPr/>
        <a:lstStyle/>
        <a:p>
          <a:endParaRPr lang="en-US"/>
        </a:p>
      </dgm:t>
    </dgm:pt>
    <dgm:pt modelId="{0E4019F6-FD34-4622-B6D0-6DC82F3D649A}" type="sibTrans" cxnId="{8EB2F173-A616-4C0D-8272-65BB254A6C08}">
      <dgm:prSet/>
      <dgm:spPr/>
      <dgm:t>
        <a:bodyPr/>
        <a:lstStyle/>
        <a:p>
          <a:endParaRPr lang="en-US"/>
        </a:p>
      </dgm:t>
    </dgm:pt>
    <dgm:pt modelId="{FA3F9A10-367E-4D52-A990-007D24427640}">
      <dgm:prSet/>
      <dgm:spPr/>
      <dgm:t>
        <a:bodyPr/>
        <a:lstStyle/>
        <a:p>
          <a:r>
            <a:rPr lang="es-CO" dirty="0"/>
            <a:t>¿Cuántas unidades se venden ?</a:t>
          </a:r>
          <a:endParaRPr lang="en-US" dirty="0"/>
        </a:p>
      </dgm:t>
    </dgm:pt>
    <dgm:pt modelId="{1A593677-FC2C-4F2D-B7E3-1E9491F9CA61}" type="parTrans" cxnId="{F1E4959C-C801-49B7-A69C-777983A9B204}">
      <dgm:prSet/>
      <dgm:spPr/>
      <dgm:t>
        <a:bodyPr/>
        <a:lstStyle/>
        <a:p>
          <a:endParaRPr lang="en-US"/>
        </a:p>
      </dgm:t>
    </dgm:pt>
    <dgm:pt modelId="{2DF9175B-5A65-43C1-8A0B-A2CBA49654CF}" type="sibTrans" cxnId="{F1E4959C-C801-49B7-A69C-777983A9B204}">
      <dgm:prSet/>
      <dgm:spPr/>
      <dgm:t>
        <a:bodyPr/>
        <a:lstStyle/>
        <a:p>
          <a:endParaRPr lang="en-US"/>
        </a:p>
      </dgm:t>
    </dgm:pt>
    <dgm:pt modelId="{E0856DC9-BEE7-4E70-A1B6-96E00C8F4F1E}">
      <dgm:prSet/>
      <dgm:spPr/>
      <dgm:t>
        <a:bodyPr/>
        <a:lstStyle/>
        <a:p>
          <a:r>
            <a:rPr lang="es-CO" dirty="0"/>
            <a:t>Ingresos generados.</a:t>
          </a:r>
          <a:endParaRPr lang="en-US" dirty="0"/>
        </a:p>
      </dgm:t>
    </dgm:pt>
    <dgm:pt modelId="{EE9A8EA3-3EB7-455A-9BDC-A19E5D858C94}" type="parTrans" cxnId="{AF36DEBB-9027-46F7-9B80-01130FAA4C3D}">
      <dgm:prSet/>
      <dgm:spPr/>
      <dgm:t>
        <a:bodyPr/>
        <a:lstStyle/>
        <a:p>
          <a:endParaRPr lang="en-US"/>
        </a:p>
      </dgm:t>
    </dgm:pt>
    <dgm:pt modelId="{6D8D15E6-972C-469D-B0E8-869BDAF5B321}" type="sibTrans" cxnId="{AF36DEBB-9027-46F7-9B80-01130FAA4C3D}">
      <dgm:prSet/>
      <dgm:spPr/>
      <dgm:t>
        <a:bodyPr/>
        <a:lstStyle/>
        <a:p>
          <a:endParaRPr lang="en-US"/>
        </a:p>
      </dgm:t>
    </dgm:pt>
    <dgm:pt modelId="{40CA5D3F-BC0C-45CE-9C76-5F393D30EC84}">
      <dgm:prSet/>
      <dgm:spPr/>
      <dgm:t>
        <a:bodyPr/>
        <a:lstStyle/>
        <a:p>
          <a:r>
            <a:rPr lang="es-CO" dirty="0"/>
            <a:t>Márgenes de ganancia.</a:t>
          </a:r>
          <a:endParaRPr lang="en-US" dirty="0"/>
        </a:p>
      </dgm:t>
    </dgm:pt>
    <dgm:pt modelId="{6B3F17AE-D891-4A3A-880D-55791C0873C1}" type="parTrans" cxnId="{BFB1FB30-9BEF-4336-990D-5A4D6D8CE39B}">
      <dgm:prSet/>
      <dgm:spPr/>
      <dgm:t>
        <a:bodyPr/>
        <a:lstStyle/>
        <a:p>
          <a:endParaRPr lang="en-US"/>
        </a:p>
      </dgm:t>
    </dgm:pt>
    <dgm:pt modelId="{64942AEB-A3AF-4AFC-9979-DBCE2E0D9C3C}" type="sibTrans" cxnId="{BFB1FB30-9BEF-4336-990D-5A4D6D8CE39B}">
      <dgm:prSet/>
      <dgm:spPr/>
      <dgm:t>
        <a:bodyPr/>
        <a:lstStyle/>
        <a:p>
          <a:endParaRPr lang="en-US"/>
        </a:p>
      </dgm:t>
    </dgm:pt>
    <dgm:pt modelId="{AB536B0F-4418-4D35-A908-0B0FCBDDE829}">
      <dgm:prSet/>
      <dgm:spPr/>
      <dgm:t>
        <a:bodyPr/>
        <a:lstStyle/>
        <a:p>
          <a:r>
            <a:rPr lang="es-CO" dirty="0"/>
            <a:t>Comportamiento de los diferentes canales de venta.</a:t>
          </a:r>
          <a:endParaRPr lang="en-US" dirty="0"/>
        </a:p>
      </dgm:t>
    </dgm:pt>
    <dgm:pt modelId="{A22F6690-43A0-4AF3-8F33-BC2334AC3A88}" type="parTrans" cxnId="{031EDC3E-B69A-4857-8D2E-CB94CC4BA13B}">
      <dgm:prSet/>
      <dgm:spPr/>
      <dgm:t>
        <a:bodyPr/>
        <a:lstStyle/>
        <a:p>
          <a:endParaRPr lang="en-US"/>
        </a:p>
      </dgm:t>
    </dgm:pt>
    <dgm:pt modelId="{4C1619CF-13E8-4BA0-ADC8-6B71A5341DAD}" type="sibTrans" cxnId="{031EDC3E-B69A-4857-8D2E-CB94CC4BA13B}">
      <dgm:prSet/>
      <dgm:spPr/>
      <dgm:t>
        <a:bodyPr/>
        <a:lstStyle/>
        <a:p>
          <a:endParaRPr lang="en-US"/>
        </a:p>
      </dgm:t>
    </dgm:pt>
    <dgm:pt modelId="{09A21531-ED87-4B6C-BE5D-7E975F767077}" type="pres">
      <dgm:prSet presAssocID="{9C3CE8F6-7964-47BD-A643-BCC5AA800B4C}" presName="vert0" presStyleCnt="0">
        <dgm:presLayoutVars>
          <dgm:dir/>
          <dgm:animOne val="branch"/>
          <dgm:animLvl val="lvl"/>
        </dgm:presLayoutVars>
      </dgm:prSet>
      <dgm:spPr/>
    </dgm:pt>
    <dgm:pt modelId="{4A061FC4-D030-4FBD-AE49-1A106986016C}" type="pres">
      <dgm:prSet presAssocID="{3BEA6E38-227F-49A3-A391-3512D7E42810}" presName="thickLine" presStyleLbl="alignNode1" presStyleIdx="0" presStyleCnt="5" custLinFactNeighborX="182" custLinFactNeighborY="66897"/>
      <dgm:spPr>
        <a:ln>
          <a:solidFill>
            <a:schemeClr val="bg1"/>
          </a:solidFill>
        </a:ln>
      </dgm:spPr>
    </dgm:pt>
    <dgm:pt modelId="{483887E1-D4EA-4CD0-AA17-5844DE79078A}" type="pres">
      <dgm:prSet presAssocID="{3BEA6E38-227F-49A3-A391-3512D7E42810}" presName="horz1" presStyleCnt="0"/>
      <dgm:spPr/>
    </dgm:pt>
    <dgm:pt modelId="{26F6ED85-2817-4A4A-8A95-421DCF8DCA43}" type="pres">
      <dgm:prSet presAssocID="{3BEA6E38-227F-49A3-A391-3512D7E42810}" presName="tx1" presStyleLbl="revTx" presStyleIdx="0" presStyleCnt="5"/>
      <dgm:spPr/>
    </dgm:pt>
    <dgm:pt modelId="{55B04EC0-9AFF-4E5A-A975-9B3A1C7BA0E0}" type="pres">
      <dgm:prSet presAssocID="{3BEA6E38-227F-49A3-A391-3512D7E42810}" presName="vert1" presStyleCnt="0"/>
      <dgm:spPr/>
    </dgm:pt>
    <dgm:pt modelId="{F800BB1D-C4F3-42DC-8F49-1E4574478772}" type="pres">
      <dgm:prSet presAssocID="{FA3F9A10-367E-4D52-A990-007D24427640}" presName="thickLine" presStyleLbl="alignNode1" presStyleIdx="1" presStyleCnt="5"/>
      <dgm:spPr/>
    </dgm:pt>
    <dgm:pt modelId="{D465BBB1-11AF-4718-9CB7-830597DDA4C2}" type="pres">
      <dgm:prSet presAssocID="{FA3F9A10-367E-4D52-A990-007D24427640}" presName="horz1" presStyleCnt="0"/>
      <dgm:spPr/>
    </dgm:pt>
    <dgm:pt modelId="{09E4089C-7E55-4783-9A8C-3DF348E8D0AB}" type="pres">
      <dgm:prSet presAssocID="{FA3F9A10-367E-4D52-A990-007D24427640}" presName="tx1" presStyleLbl="revTx" presStyleIdx="1" presStyleCnt="5"/>
      <dgm:spPr/>
    </dgm:pt>
    <dgm:pt modelId="{867DBA1B-031F-41D7-947F-F64541E2AE33}" type="pres">
      <dgm:prSet presAssocID="{FA3F9A10-367E-4D52-A990-007D24427640}" presName="vert1" presStyleCnt="0"/>
      <dgm:spPr/>
    </dgm:pt>
    <dgm:pt modelId="{71C503C8-AA26-4205-AD15-2C5D335AAD66}" type="pres">
      <dgm:prSet presAssocID="{E0856DC9-BEE7-4E70-A1B6-96E00C8F4F1E}" presName="thickLine" presStyleLbl="alignNode1" presStyleIdx="2" presStyleCnt="5"/>
      <dgm:spPr/>
    </dgm:pt>
    <dgm:pt modelId="{B03C1D9F-53D9-4A48-9DA5-78B9E80163C6}" type="pres">
      <dgm:prSet presAssocID="{E0856DC9-BEE7-4E70-A1B6-96E00C8F4F1E}" presName="horz1" presStyleCnt="0"/>
      <dgm:spPr/>
    </dgm:pt>
    <dgm:pt modelId="{D5BE8C27-014A-46AE-9535-094A995BBF39}" type="pres">
      <dgm:prSet presAssocID="{E0856DC9-BEE7-4E70-A1B6-96E00C8F4F1E}" presName="tx1" presStyleLbl="revTx" presStyleIdx="2" presStyleCnt="5"/>
      <dgm:spPr/>
    </dgm:pt>
    <dgm:pt modelId="{2ADB66FD-2A72-4C09-B422-3EB8C3C3B8C1}" type="pres">
      <dgm:prSet presAssocID="{E0856DC9-BEE7-4E70-A1B6-96E00C8F4F1E}" presName="vert1" presStyleCnt="0"/>
      <dgm:spPr/>
    </dgm:pt>
    <dgm:pt modelId="{C4BBAD0B-ECAC-47C8-8C1C-87812FC63E52}" type="pres">
      <dgm:prSet presAssocID="{40CA5D3F-BC0C-45CE-9C76-5F393D30EC84}" presName="thickLine" presStyleLbl="alignNode1" presStyleIdx="3" presStyleCnt="5"/>
      <dgm:spPr/>
    </dgm:pt>
    <dgm:pt modelId="{A74B82A7-46B4-4F1B-A29B-43B0C7E070EB}" type="pres">
      <dgm:prSet presAssocID="{40CA5D3F-BC0C-45CE-9C76-5F393D30EC84}" presName="horz1" presStyleCnt="0"/>
      <dgm:spPr/>
    </dgm:pt>
    <dgm:pt modelId="{4DA183A0-58B1-430F-8DBA-41232D011888}" type="pres">
      <dgm:prSet presAssocID="{40CA5D3F-BC0C-45CE-9C76-5F393D30EC84}" presName="tx1" presStyleLbl="revTx" presStyleIdx="3" presStyleCnt="5"/>
      <dgm:spPr/>
    </dgm:pt>
    <dgm:pt modelId="{49D62AE4-7595-4F73-8715-4266CD1713BA}" type="pres">
      <dgm:prSet presAssocID="{40CA5D3F-BC0C-45CE-9C76-5F393D30EC84}" presName="vert1" presStyleCnt="0"/>
      <dgm:spPr/>
    </dgm:pt>
    <dgm:pt modelId="{96A93F3B-6980-4745-A4D9-9C3B72A6F84E}" type="pres">
      <dgm:prSet presAssocID="{AB536B0F-4418-4D35-A908-0B0FCBDDE829}" presName="thickLine" presStyleLbl="alignNode1" presStyleIdx="4" presStyleCnt="5"/>
      <dgm:spPr/>
    </dgm:pt>
    <dgm:pt modelId="{B9FD8101-372A-4E3D-B9DC-702DBBC9F63E}" type="pres">
      <dgm:prSet presAssocID="{AB536B0F-4418-4D35-A908-0B0FCBDDE829}" presName="horz1" presStyleCnt="0"/>
      <dgm:spPr/>
    </dgm:pt>
    <dgm:pt modelId="{07934F0D-9D70-4F2F-9C3D-FF76F8886477}" type="pres">
      <dgm:prSet presAssocID="{AB536B0F-4418-4D35-A908-0B0FCBDDE829}" presName="tx1" presStyleLbl="revTx" presStyleIdx="4" presStyleCnt="5"/>
      <dgm:spPr/>
    </dgm:pt>
    <dgm:pt modelId="{E1A3907A-EF7E-46C0-A4CE-A428D193A3A4}" type="pres">
      <dgm:prSet presAssocID="{AB536B0F-4418-4D35-A908-0B0FCBDDE829}" presName="vert1" presStyleCnt="0"/>
      <dgm:spPr/>
    </dgm:pt>
  </dgm:ptLst>
  <dgm:cxnLst>
    <dgm:cxn modelId="{F7858723-CF9B-4FFA-9EA2-42D171E631C3}" type="presOf" srcId="{9C3CE8F6-7964-47BD-A643-BCC5AA800B4C}" destId="{09A21531-ED87-4B6C-BE5D-7E975F767077}" srcOrd="0" destOrd="0" presId="urn:microsoft.com/office/officeart/2008/layout/LinedList"/>
    <dgm:cxn modelId="{BFB1FB30-9BEF-4336-990D-5A4D6D8CE39B}" srcId="{9C3CE8F6-7964-47BD-A643-BCC5AA800B4C}" destId="{40CA5D3F-BC0C-45CE-9C76-5F393D30EC84}" srcOrd="3" destOrd="0" parTransId="{6B3F17AE-D891-4A3A-880D-55791C0873C1}" sibTransId="{64942AEB-A3AF-4AFC-9979-DBCE2E0D9C3C}"/>
    <dgm:cxn modelId="{031EDC3E-B69A-4857-8D2E-CB94CC4BA13B}" srcId="{9C3CE8F6-7964-47BD-A643-BCC5AA800B4C}" destId="{AB536B0F-4418-4D35-A908-0B0FCBDDE829}" srcOrd="4" destOrd="0" parTransId="{A22F6690-43A0-4AF3-8F33-BC2334AC3A88}" sibTransId="{4C1619CF-13E8-4BA0-ADC8-6B71A5341DAD}"/>
    <dgm:cxn modelId="{8EB2F173-A616-4C0D-8272-65BB254A6C08}" srcId="{9C3CE8F6-7964-47BD-A643-BCC5AA800B4C}" destId="{3BEA6E38-227F-49A3-A391-3512D7E42810}" srcOrd="0" destOrd="0" parTransId="{674F9777-9912-4C55-A96C-32EDAEDDFA60}" sibTransId="{0E4019F6-FD34-4622-B6D0-6DC82F3D649A}"/>
    <dgm:cxn modelId="{DC7F1159-D45F-44F9-9EF7-FF8C37D8D284}" type="presOf" srcId="{3BEA6E38-227F-49A3-A391-3512D7E42810}" destId="{26F6ED85-2817-4A4A-8A95-421DCF8DCA43}" srcOrd="0" destOrd="0" presId="urn:microsoft.com/office/officeart/2008/layout/LinedList"/>
    <dgm:cxn modelId="{5F7D628E-E7F1-477C-9712-77F13E2A7485}" type="presOf" srcId="{AB536B0F-4418-4D35-A908-0B0FCBDDE829}" destId="{07934F0D-9D70-4F2F-9C3D-FF76F8886477}" srcOrd="0" destOrd="0" presId="urn:microsoft.com/office/officeart/2008/layout/LinedList"/>
    <dgm:cxn modelId="{F1E4959C-C801-49B7-A69C-777983A9B204}" srcId="{9C3CE8F6-7964-47BD-A643-BCC5AA800B4C}" destId="{FA3F9A10-367E-4D52-A990-007D24427640}" srcOrd="1" destOrd="0" parTransId="{1A593677-FC2C-4F2D-B7E3-1E9491F9CA61}" sibTransId="{2DF9175B-5A65-43C1-8A0B-A2CBA49654CF}"/>
    <dgm:cxn modelId="{BB15B4BA-27F8-4F3F-B8D0-43995CDA865D}" type="presOf" srcId="{E0856DC9-BEE7-4E70-A1B6-96E00C8F4F1E}" destId="{D5BE8C27-014A-46AE-9535-094A995BBF39}" srcOrd="0" destOrd="0" presId="urn:microsoft.com/office/officeart/2008/layout/LinedList"/>
    <dgm:cxn modelId="{AF36DEBB-9027-46F7-9B80-01130FAA4C3D}" srcId="{9C3CE8F6-7964-47BD-A643-BCC5AA800B4C}" destId="{E0856DC9-BEE7-4E70-A1B6-96E00C8F4F1E}" srcOrd="2" destOrd="0" parTransId="{EE9A8EA3-3EB7-455A-9BDC-A19E5D858C94}" sibTransId="{6D8D15E6-972C-469D-B0E8-869BDAF5B321}"/>
    <dgm:cxn modelId="{DF0CA6C8-4B8D-4595-B6B8-9B70942FFCCD}" type="presOf" srcId="{FA3F9A10-367E-4D52-A990-007D24427640}" destId="{09E4089C-7E55-4783-9A8C-3DF348E8D0AB}" srcOrd="0" destOrd="0" presId="urn:microsoft.com/office/officeart/2008/layout/LinedList"/>
    <dgm:cxn modelId="{F2CE9FCF-E87B-48F5-A129-5DE68F4659D6}" type="presOf" srcId="{40CA5D3F-BC0C-45CE-9C76-5F393D30EC84}" destId="{4DA183A0-58B1-430F-8DBA-41232D011888}" srcOrd="0" destOrd="0" presId="urn:microsoft.com/office/officeart/2008/layout/LinedList"/>
    <dgm:cxn modelId="{B5220AA0-EC21-431C-82FC-C687E53003E8}" type="presParOf" srcId="{09A21531-ED87-4B6C-BE5D-7E975F767077}" destId="{4A061FC4-D030-4FBD-AE49-1A106986016C}" srcOrd="0" destOrd="0" presId="urn:microsoft.com/office/officeart/2008/layout/LinedList"/>
    <dgm:cxn modelId="{47E269A3-971D-4B48-988F-EB5308C09DEB}" type="presParOf" srcId="{09A21531-ED87-4B6C-BE5D-7E975F767077}" destId="{483887E1-D4EA-4CD0-AA17-5844DE79078A}" srcOrd="1" destOrd="0" presId="urn:microsoft.com/office/officeart/2008/layout/LinedList"/>
    <dgm:cxn modelId="{6F460F57-B8D2-4624-90EC-C58F5CC16A88}" type="presParOf" srcId="{483887E1-D4EA-4CD0-AA17-5844DE79078A}" destId="{26F6ED85-2817-4A4A-8A95-421DCF8DCA43}" srcOrd="0" destOrd="0" presId="urn:microsoft.com/office/officeart/2008/layout/LinedList"/>
    <dgm:cxn modelId="{96AF1225-33FD-4F66-99BC-51DB8932CCDD}" type="presParOf" srcId="{483887E1-D4EA-4CD0-AA17-5844DE79078A}" destId="{55B04EC0-9AFF-4E5A-A975-9B3A1C7BA0E0}" srcOrd="1" destOrd="0" presId="urn:microsoft.com/office/officeart/2008/layout/LinedList"/>
    <dgm:cxn modelId="{37C0655D-C44A-4929-B20F-A13BF4426027}" type="presParOf" srcId="{09A21531-ED87-4B6C-BE5D-7E975F767077}" destId="{F800BB1D-C4F3-42DC-8F49-1E4574478772}" srcOrd="2" destOrd="0" presId="urn:microsoft.com/office/officeart/2008/layout/LinedList"/>
    <dgm:cxn modelId="{83F82282-EB51-495E-A37A-BD642A80BCA9}" type="presParOf" srcId="{09A21531-ED87-4B6C-BE5D-7E975F767077}" destId="{D465BBB1-11AF-4718-9CB7-830597DDA4C2}" srcOrd="3" destOrd="0" presId="urn:microsoft.com/office/officeart/2008/layout/LinedList"/>
    <dgm:cxn modelId="{FC8D4D50-B47D-4567-9178-6D98F79F84C5}" type="presParOf" srcId="{D465BBB1-11AF-4718-9CB7-830597DDA4C2}" destId="{09E4089C-7E55-4783-9A8C-3DF348E8D0AB}" srcOrd="0" destOrd="0" presId="urn:microsoft.com/office/officeart/2008/layout/LinedList"/>
    <dgm:cxn modelId="{E2B0E79A-DB35-435D-ADD3-695422D719F2}" type="presParOf" srcId="{D465BBB1-11AF-4718-9CB7-830597DDA4C2}" destId="{867DBA1B-031F-41D7-947F-F64541E2AE33}" srcOrd="1" destOrd="0" presId="urn:microsoft.com/office/officeart/2008/layout/LinedList"/>
    <dgm:cxn modelId="{B95623AD-433B-4690-9786-C30FFB2522AB}" type="presParOf" srcId="{09A21531-ED87-4B6C-BE5D-7E975F767077}" destId="{71C503C8-AA26-4205-AD15-2C5D335AAD66}" srcOrd="4" destOrd="0" presId="urn:microsoft.com/office/officeart/2008/layout/LinedList"/>
    <dgm:cxn modelId="{0309FF85-927F-435C-83E7-6C2761E55CCA}" type="presParOf" srcId="{09A21531-ED87-4B6C-BE5D-7E975F767077}" destId="{B03C1D9F-53D9-4A48-9DA5-78B9E80163C6}" srcOrd="5" destOrd="0" presId="urn:microsoft.com/office/officeart/2008/layout/LinedList"/>
    <dgm:cxn modelId="{05593013-9F24-4AC7-8930-0BF6DF0BF96D}" type="presParOf" srcId="{B03C1D9F-53D9-4A48-9DA5-78B9E80163C6}" destId="{D5BE8C27-014A-46AE-9535-094A995BBF39}" srcOrd="0" destOrd="0" presId="urn:microsoft.com/office/officeart/2008/layout/LinedList"/>
    <dgm:cxn modelId="{0859E217-66CC-47A0-8A97-F831CA5FF304}" type="presParOf" srcId="{B03C1D9F-53D9-4A48-9DA5-78B9E80163C6}" destId="{2ADB66FD-2A72-4C09-B422-3EB8C3C3B8C1}" srcOrd="1" destOrd="0" presId="urn:microsoft.com/office/officeart/2008/layout/LinedList"/>
    <dgm:cxn modelId="{AFFFDE11-5BD6-4F54-8C2D-56C113E5E923}" type="presParOf" srcId="{09A21531-ED87-4B6C-BE5D-7E975F767077}" destId="{C4BBAD0B-ECAC-47C8-8C1C-87812FC63E52}" srcOrd="6" destOrd="0" presId="urn:microsoft.com/office/officeart/2008/layout/LinedList"/>
    <dgm:cxn modelId="{FAF699DE-7A5A-4DE9-8260-2D448A53D528}" type="presParOf" srcId="{09A21531-ED87-4B6C-BE5D-7E975F767077}" destId="{A74B82A7-46B4-4F1B-A29B-43B0C7E070EB}" srcOrd="7" destOrd="0" presId="urn:microsoft.com/office/officeart/2008/layout/LinedList"/>
    <dgm:cxn modelId="{846F323D-8D11-4CFD-91BA-5A7D70F031DF}" type="presParOf" srcId="{A74B82A7-46B4-4F1B-A29B-43B0C7E070EB}" destId="{4DA183A0-58B1-430F-8DBA-41232D011888}" srcOrd="0" destOrd="0" presId="urn:microsoft.com/office/officeart/2008/layout/LinedList"/>
    <dgm:cxn modelId="{17164893-C596-440F-9285-23778AC780A1}" type="presParOf" srcId="{A74B82A7-46B4-4F1B-A29B-43B0C7E070EB}" destId="{49D62AE4-7595-4F73-8715-4266CD1713BA}" srcOrd="1" destOrd="0" presId="urn:microsoft.com/office/officeart/2008/layout/LinedList"/>
    <dgm:cxn modelId="{AE033464-F1E9-42D9-9F74-82265CA74CAB}" type="presParOf" srcId="{09A21531-ED87-4B6C-BE5D-7E975F767077}" destId="{96A93F3B-6980-4745-A4D9-9C3B72A6F84E}" srcOrd="8" destOrd="0" presId="urn:microsoft.com/office/officeart/2008/layout/LinedList"/>
    <dgm:cxn modelId="{23FE8D0A-4358-41C8-9FFC-D3AE291E2C19}" type="presParOf" srcId="{09A21531-ED87-4B6C-BE5D-7E975F767077}" destId="{B9FD8101-372A-4E3D-B9DC-702DBBC9F63E}" srcOrd="9" destOrd="0" presId="urn:microsoft.com/office/officeart/2008/layout/LinedList"/>
    <dgm:cxn modelId="{F458DCAD-9496-4713-8FA4-5032F4212B42}" type="presParOf" srcId="{B9FD8101-372A-4E3D-B9DC-702DBBC9F63E}" destId="{07934F0D-9D70-4F2F-9C3D-FF76F8886477}" srcOrd="0" destOrd="0" presId="urn:microsoft.com/office/officeart/2008/layout/LinedList"/>
    <dgm:cxn modelId="{473D1A30-D2A0-41E6-9549-38D32F599550}" type="presParOf" srcId="{B9FD8101-372A-4E3D-B9DC-702DBBC9F63E}" destId="{E1A3907A-EF7E-46C0-A4CE-A428D193A3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61FC4-D030-4FBD-AE49-1A106986016C}">
      <dsp:nvSpPr>
        <dsp:cNvPr id="0" name=""/>
        <dsp:cNvSpPr/>
      </dsp:nvSpPr>
      <dsp:spPr>
        <a:xfrm>
          <a:off x="0" y="739298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6ED85-2817-4A4A-8A95-421DCF8DCA43}">
      <dsp:nvSpPr>
        <dsp:cNvPr id="0" name=""/>
        <dsp:cNvSpPr/>
      </dsp:nvSpPr>
      <dsp:spPr>
        <a:xfrm>
          <a:off x="0" y="674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/>
            <a:t>Para ello desea saber: </a:t>
          </a:r>
          <a:endParaRPr lang="en-US" sz="3000" kern="1200"/>
        </a:p>
      </dsp:txBody>
      <dsp:txXfrm>
        <a:off x="0" y="674"/>
        <a:ext cx="5358384" cy="1104122"/>
      </dsp:txXfrm>
    </dsp:sp>
    <dsp:sp modelId="{F800BB1D-C4F3-42DC-8F49-1E4574478772}">
      <dsp:nvSpPr>
        <dsp:cNvPr id="0" name=""/>
        <dsp:cNvSpPr/>
      </dsp:nvSpPr>
      <dsp:spPr>
        <a:xfrm>
          <a:off x="0" y="1104796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4089C-7E55-4783-9A8C-3DF348E8D0AB}">
      <dsp:nvSpPr>
        <dsp:cNvPr id="0" name=""/>
        <dsp:cNvSpPr/>
      </dsp:nvSpPr>
      <dsp:spPr>
        <a:xfrm>
          <a:off x="0" y="1104796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 dirty="0"/>
            <a:t>¿Cuántas unidades se venden ?</a:t>
          </a:r>
          <a:endParaRPr lang="en-US" sz="3000" kern="1200" dirty="0"/>
        </a:p>
      </dsp:txBody>
      <dsp:txXfrm>
        <a:off x="0" y="1104796"/>
        <a:ext cx="5358384" cy="1104122"/>
      </dsp:txXfrm>
    </dsp:sp>
    <dsp:sp modelId="{71C503C8-AA26-4205-AD15-2C5D335AAD66}">
      <dsp:nvSpPr>
        <dsp:cNvPr id="0" name=""/>
        <dsp:cNvSpPr/>
      </dsp:nvSpPr>
      <dsp:spPr>
        <a:xfrm>
          <a:off x="0" y="2208918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E8C27-014A-46AE-9535-094A995BBF39}">
      <dsp:nvSpPr>
        <dsp:cNvPr id="0" name=""/>
        <dsp:cNvSpPr/>
      </dsp:nvSpPr>
      <dsp:spPr>
        <a:xfrm>
          <a:off x="0" y="2208918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 dirty="0"/>
            <a:t>Ingresos generados.</a:t>
          </a:r>
          <a:endParaRPr lang="en-US" sz="3000" kern="1200" dirty="0"/>
        </a:p>
      </dsp:txBody>
      <dsp:txXfrm>
        <a:off x="0" y="2208918"/>
        <a:ext cx="5358384" cy="1104122"/>
      </dsp:txXfrm>
    </dsp:sp>
    <dsp:sp modelId="{C4BBAD0B-ECAC-47C8-8C1C-87812FC63E52}">
      <dsp:nvSpPr>
        <dsp:cNvPr id="0" name=""/>
        <dsp:cNvSpPr/>
      </dsp:nvSpPr>
      <dsp:spPr>
        <a:xfrm>
          <a:off x="0" y="3313041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183A0-58B1-430F-8DBA-41232D011888}">
      <dsp:nvSpPr>
        <dsp:cNvPr id="0" name=""/>
        <dsp:cNvSpPr/>
      </dsp:nvSpPr>
      <dsp:spPr>
        <a:xfrm>
          <a:off x="0" y="3313041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 dirty="0"/>
            <a:t>Márgenes de ganancia.</a:t>
          </a:r>
          <a:endParaRPr lang="en-US" sz="3000" kern="1200" dirty="0"/>
        </a:p>
      </dsp:txBody>
      <dsp:txXfrm>
        <a:off x="0" y="3313041"/>
        <a:ext cx="5358384" cy="1104122"/>
      </dsp:txXfrm>
    </dsp:sp>
    <dsp:sp modelId="{96A93F3B-6980-4745-A4D9-9C3B72A6F84E}">
      <dsp:nvSpPr>
        <dsp:cNvPr id="0" name=""/>
        <dsp:cNvSpPr/>
      </dsp:nvSpPr>
      <dsp:spPr>
        <a:xfrm>
          <a:off x="0" y="4417163"/>
          <a:ext cx="53583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34F0D-9D70-4F2F-9C3D-FF76F8886477}">
      <dsp:nvSpPr>
        <dsp:cNvPr id="0" name=""/>
        <dsp:cNvSpPr/>
      </dsp:nvSpPr>
      <dsp:spPr>
        <a:xfrm>
          <a:off x="0" y="4417163"/>
          <a:ext cx="5358384" cy="110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 dirty="0"/>
            <a:t>Comportamiento de los diferentes canales de venta.</a:t>
          </a:r>
          <a:endParaRPr lang="en-US" sz="3000" kern="1200" dirty="0"/>
        </a:p>
      </dsp:txBody>
      <dsp:txXfrm>
        <a:off x="0" y="4417163"/>
        <a:ext cx="5358384" cy="1104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2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8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3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80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0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7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0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1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5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3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5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300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C38A36-53F8-0A19-F21B-0F7580A48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0387" y="4818126"/>
            <a:ext cx="5657899" cy="12689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CO" dirty="0"/>
              <a:t>Resumen y estatus de operaciones del mercado minorista de electrodomésticos Japonés.</a:t>
            </a:r>
          </a:p>
        </p:txBody>
      </p:sp>
      <p:pic>
        <p:nvPicPr>
          <p:cNvPr id="4" name="Picture 3" descr="Una bombilla multicolor con iconos de empresa">
            <a:extLst>
              <a:ext uri="{FF2B5EF4-FFF2-40B4-BE49-F238E27FC236}">
                <a16:creationId xmlns:a16="http://schemas.microsoft.com/office/drawing/2014/main" id="{A853F28E-4DA4-462B-4F02-A5E135F9D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90" r="25505" b="1"/>
          <a:stretch>
            <a:fillRect/>
          </a:stretch>
        </p:blipFill>
        <p:spPr>
          <a:xfrm>
            <a:off x="1778" y="10"/>
            <a:ext cx="5104833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Imagen 5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210D63A8-E299-5CE7-4C03-2867247A2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" t="-1" r="1241" b="8880"/>
          <a:stretch>
            <a:fillRect/>
          </a:stretch>
        </p:blipFill>
        <p:spPr>
          <a:xfrm>
            <a:off x="6096000" y="904397"/>
            <a:ext cx="4756220" cy="12689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0930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4E40E-E678-9C4B-C456-A4252073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Situación</a:t>
            </a:r>
          </a:p>
        </p:txBody>
      </p:sp>
      <p:graphicFrame>
        <p:nvGraphicFramePr>
          <p:cNvPr id="8" name="Marcador de contenido 2">
            <a:extLst>
              <a:ext uri="{FF2B5EF4-FFF2-40B4-BE49-F238E27FC236}">
                <a16:creationId xmlns:a16="http://schemas.microsoft.com/office/drawing/2014/main" id="{E3F244DA-4FE6-C827-B298-2FF97F584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021979"/>
              </p:ext>
            </p:extLst>
          </p:nvPr>
        </p:nvGraphicFramePr>
        <p:xfrm>
          <a:off x="6271232" y="565151"/>
          <a:ext cx="5358384" cy="552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598699-D82F-C44E-C906-65898A6A9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just"/>
            <a:r>
              <a:rPr lang="es-CO" dirty="0"/>
              <a:t>El nuevo CEO de Electromas, una empresa de electrodomésticos del mercado minorista japonés, desea conocer el estatus de las operaciones de la empresa para tomar decisiones más informadas.</a:t>
            </a:r>
          </a:p>
        </p:txBody>
      </p:sp>
    </p:spTree>
    <p:extLst>
      <p:ext uri="{BB962C8B-B14F-4D97-AF65-F5344CB8AC3E}">
        <p14:creationId xmlns:p14="http://schemas.microsoft.com/office/powerpoint/2010/main" val="3697219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6083ADF-D7D1-FEE4-7231-9567E4C7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98" y="170822"/>
            <a:ext cx="11465170" cy="66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2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5593784-774F-BA04-A918-DC0D354B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49" y="211015"/>
            <a:ext cx="11485265" cy="654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9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1E842EA-49FB-E010-2DEA-287E87AB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53" y="200968"/>
            <a:ext cx="11485265" cy="653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3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2BB9E94-7496-BB42-83E3-41389C013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200968"/>
            <a:ext cx="11445073" cy="651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67875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70</Words>
  <Application>Microsoft Office PowerPoint</Application>
  <PresentationFormat>Panorámica</PresentationFormat>
  <Paragraphs>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InterweaveVTI</vt:lpstr>
      <vt:lpstr>Presentación de PowerPoint</vt:lpstr>
      <vt:lpstr>Situación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Diaz Berdecia</dc:creator>
  <cp:lastModifiedBy>Sebastian Diaz Berdecia</cp:lastModifiedBy>
  <cp:revision>5</cp:revision>
  <dcterms:created xsi:type="dcterms:W3CDTF">2025-11-02T22:40:07Z</dcterms:created>
  <dcterms:modified xsi:type="dcterms:W3CDTF">2025-11-08T22:43:06Z</dcterms:modified>
</cp:coreProperties>
</file>